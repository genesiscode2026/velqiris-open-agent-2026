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e2f3966b54b59" /><Relationship Type="http://schemas.openxmlformats.org/officeDocument/2006/relationships/extended-properties" Target="/docProps/app.xml" Id="R55cb41932c934efb" /><Relationship Type="http://schemas.openxmlformats.org/officeDocument/2006/relationships/officeDocument" Target="/ppt/presentation.xml" Id="R12fcfeea2de64c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bf2451f22347c4"/>
  </p:sldMasterIdLst>
  <p:notesMasterIdLst>
    <p:notesMasterId xmlns:r="http://schemas.openxmlformats.org/officeDocument/2006/relationships" r:id="Rf9e6ff0995a54070"/>
  </p:notesMasterIdLst>
  <p:sldIdLst>
    <p:sldId xmlns:r="http://schemas.openxmlformats.org/officeDocument/2006/relationships" id="256" r:id="R302f4068aaa54068"/>
    <p:sldId xmlns:r="http://schemas.openxmlformats.org/officeDocument/2006/relationships" id="257" r:id="Rb33d8cf0e43644f9"/>
    <p:sldId xmlns:r="http://schemas.openxmlformats.org/officeDocument/2006/relationships" id="258" r:id="R8760c351b74e424c"/>
    <p:sldId xmlns:r="http://schemas.openxmlformats.org/officeDocument/2006/relationships" id="259" r:id="R687d57965f884827"/>
    <p:sldId xmlns:r="http://schemas.openxmlformats.org/officeDocument/2006/relationships" id="260" r:id="R84801fc8f06d42fc"/>
    <p:sldId xmlns:r="http://schemas.openxmlformats.org/officeDocument/2006/relationships" id="261" r:id="R966720d2f84e4475"/>
    <p:sldId xmlns:r="http://schemas.openxmlformats.org/officeDocument/2006/relationships" id="262" r:id="Rd94a7f951e0a4d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463852f92d4b6d" /><Relationship Type="http://schemas.openxmlformats.org/officeDocument/2006/relationships/slideMaster" Target="/ppt/slideMasters/slideMaster1.xml" Id="R12bf2451f22347c4" /><Relationship Type="http://schemas.openxmlformats.org/officeDocument/2006/relationships/notesMaster" Target="/ppt/notesMasters/notesMaster1.xml" Id="Rf9e6ff0995a54070" /><Relationship Type="http://schemas.openxmlformats.org/officeDocument/2006/relationships/presProps" Target="/ppt/presProps.xml" Id="R795ec25282404290" /><Relationship Type="http://schemas.openxmlformats.org/officeDocument/2006/relationships/tableStyles" Target="/ppt/tableStyles.xml" Id="R4f4e2f2a63044fbe" /><Relationship Type="http://schemas.openxmlformats.org/officeDocument/2006/relationships/slide" Target="/ppt/slides/slide1.xml" Id="R302f4068aaa54068" /><Relationship Type="http://schemas.openxmlformats.org/officeDocument/2006/relationships/slide" Target="/ppt/slides/slide2.xml" Id="Rb33d8cf0e43644f9" /><Relationship Type="http://schemas.openxmlformats.org/officeDocument/2006/relationships/slide" Target="/ppt/slides/slide3.xml" Id="R8760c351b74e424c" /><Relationship Type="http://schemas.openxmlformats.org/officeDocument/2006/relationships/slide" Target="/ppt/slides/slide4.xml" Id="R687d57965f884827" /><Relationship Type="http://schemas.openxmlformats.org/officeDocument/2006/relationships/slide" Target="/ppt/slides/slide5.xml" Id="R84801fc8f06d42fc" /><Relationship Type="http://schemas.openxmlformats.org/officeDocument/2006/relationships/slide" Target="/ppt/slides/slide6.xml" Id="R966720d2f84e4475" /><Relationship Type="http://schemas.openxmlformats.org/officeDocument/2006/relationships/slide" Target="/ppt/slides/slide7.xml" Id="Rd94a7f951e0a4d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e85fd72dc6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ecaf9d64c64ab8" /><Relationship Type="http://schemas.openxmlformats.org/officeDocument/2006/relationships/notesMaster" Target="/ppt/notesMasters/notesMaster1.xml" Id="Rc82fed2cbca5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7c539c458b4896" /><Relationship Type="http://schemas.openxmlformats.org/officeDocument/2006/relationships/notesMaster" Target="/ppt/notesMasters/notesMaster1.xml" Id="Rb1fc7c2f49d149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73486910e14790" /><Relationship Type="http://schemas.openxmlformats.org/officeDocument/2006/relationships/notesMaster" Target="/ppt/notesMasters/notesMaster1.xml" Id="Rdd5681f0004f40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0dba0c5f1d4a41" /><Relationship Type="http://schemas.openxmlformats.org/officeDocument/2006/relationships/notesMaster" Target="/ppt/notesMasters/notesMaster1.xml" Id="Rbd435e3f0b8449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e5030ded034a0b" /><Relationship Type="http://schemas.openxmlformats.org/officeDocument/2006/relationships/notesMaster" Target="/ppt/notesMasters/notesMaster1.xml" Id="R0d8e8626018544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3bbc5c633d405d" /><Relationship Type="http://schemas.openxmlformats.org/officeDocument/2006/relationships/notesMaster" Target="/ppt/notesMasters/notesMaster1.xml" Id="Rbf1bd374e89344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6ee0fae1bf499f" /><Relationship Type="http://schemas.openxmlformats.org/officeDocument/2006/relationships/notesMaster" Target="/ppt/notesMasters/notesMaster1.xml" Id="R339810fbb6c4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is generated by the local release build and 21-test verification run on 25 October 2026.</a:t>
            </a:r>
          </a:p>
          <a:p xmlns:a="http://schemas.openxmlformats.org/drawingml/2006/main">
            <a:r>
              <a:t>Meterless H-MEM specification: https://github.com/Meterless/Meterless/tree/main/engines/hmem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Zetaris client setup: https://zetaris.github.io/getting-started/docs/connections/client-setup.html</a:t>
            </a:r>
          </a:p>
          <a:p xmlns:a="http://schemas.openxmlformats.org/drawingml/2006/main">
            <a:r>
              <a:t>Meterless H-MEM: https://github.com/Meterless/Meterless/tree/main/engines/hmem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are reproduced from evidence/offline-evidence.json generated by `python3 agent/cli.py --dry-run`.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H-MEM architecture and contract: https://github.com/Meterless/Meterless/tree/main/engines/hmem</a:t>
            </a:r>
          </a:p>
          <a:p xmlns:a="http://schemas.openxmlformats.org/drawingml/2006/main">
            <a:r>
              <a:t>The receipt displayed is read from the generated offline evidence record. The H-MEM execution itself is real and local-first; the Zetaris rows in this record are 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source: VERIFICATION_STATUS.md and the 21-test run produced on 25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line is the intended release URL. Replace the pending badge only after the public remote is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b2e478af744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b34b7c80e4f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9dc6e833640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d878766f740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347f4dfef44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195673366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0CDF91-2EAC-4BA9-8A22-121ADF44A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0053DC-175B-477C-B424-8A1D4A2724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8C18BB-68ED-4D3B-A69F-1FA6A7605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0B0234-1081-4ACE-A42F-0C55E85F5F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844F47-949C-4C21-BE92-8E136142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521EDF-6034-4B3F-BC18-20487F64E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359AB0-E150-4E03-9D42-48FA1016D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EF8179-BA9F-4B26-92AB-65CD741363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EA22B8-77B8-46F1-BCEB-2285EEEBC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B9F6DD-F1F0-44FA-9241-B1A43600B0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0214ef03434269" /><Relationship Type="http://schemas.openxmlformats.org/officeDocument/2006/relationships/slideLayout" Target="/ppt/slideLayouts/slideLayout1.xml" Id="R4b5cdc75fe1b4d7d" /><Relationship Type="http://schemas.openxmlformats.org/officeDocument/2006/relationships/slideLayout" Target="/ppt/slideLayouts/slideLayout2.xml" Id="R4785d35c9eea41ea" /><Relationship Type="http://schemas.openxmlformats.org/officeDocument/2006/relationships/slideLayout" Target="/ppt/slideLayouts/slideLayout3.xml" Id="R2be726b3974f409f" /><Relationship Type="http://schemas.openxmlformats.org/officeDocument/2006/relationships/slideLayout" Target="/ppt/slideLayouts/slideLayout4.xml" Id="Rf2ca2b372c504e69" /><Relationship Type="http://schemas.openxmlformats.org/officeDocument/2006/relationships/slideLayout" Target="/ppt/slideLayouts/slideLayout5.xml" Id="R9d7b3fbd92fa4504" /><Relationship Type="http://schemas.openxmlformats.org/officeDocument/2006/relationships/slideLayout" Target="/ppt/slideLayouts/slideLayout6.xml" Id="R0fc2fd42913d4d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cdc75fe1b4d7d"/>
    <p:sldLayoutId xmlns:r="http://schemas.openxmlformats.org/officeDocument/2006/relationships" id="2147483650" r:id="R4785d35c9eea41ea"/>
    <p:sldLayoutId xmlns:r="http://schemas.openxmlformats.org/officeDocument/2006/relationships" id="2147483651" r:id="R2be726b3974f409f"/>
    <p:sldLayoutId xmlns:r="http://schemas.openxmlformats.org/officeDocument/2006/relationships" id="2147483652" r:id="Rf2ca2b372c504e69"/>
    <p:sldLayoutId xmlns:r="http://schemas.openxmlformats.org/officeDocument/2006/relationships" id="2147483653" r:id="R9d7b3fbd92fa4504"/>
    <p:sldLayoutId xmlns:r="http://schemas.openxmlformats.org/officeDocument/2006/relationships" id="2147483654" r:id="R0fc2fd42913d4d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a2b12d2eb43cc" /><Relationship Type="http://schemas.openxmlformats.org/officeDocument/2006/relationships/notesSlide" Target="/ppt/notesSlides/notesSlide1.xml" Id="R0c91616da5974a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7a322ef37425d" /><Relationship Type="http://schemas.openxmlformats.org/officeDocument/2006/relationships/notesSlide" Target="/ppt/notesSlides/notesSlide2.xml" Id="R3a77b475f5074b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1e2b051364451" /><Relationship Type="http://schemas.openxmlformats.org/officeDocument/2006/relationships/notesSlide" Target="/ppt/notesSlides/notesSlide3.xml" Id="Rda254399f4c549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507baea0b4fc1" /><Relationship Type="http://schemas.openxmlformats.org/officeDocument/2006/relationships/notesSlide" Target="/ppt/notesSlides/notesSlide4.xml" Id="Rf66d86c3424947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7e6ac314074555" /><Relationship Type="http://schemas.openxmlformats.org/officeDocument/2006/relationships/notesSlide" Target="/ppt/notesSlides/notesSlide5.xml" Id="Raaf8ea09becd4e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222517aca4bb6" /><Relationship Type="http://schemas.openxmlformats.org/officeDocument/2006/relationships/notesSlide" Target="/ppt/notesSlides/notesSlide6.xml" Id="R67c58e785cc345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3d08693774638" /><Relationship Type="http://schemas.openxmlformats.org/officeDocument/2006/relationships/notesSlide" Target="/ppt/notesSlides/notesSlide7.xml" Id="R5d6e84f55d5446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57A3B-5B4A-476A-A82C-3367EA52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197F0-3788-4375-8CBA-E120647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TRACK 02 · EXPLAINABLE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D149A-30FB-4017-A6B1-BE9CD30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VELQIRIS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76056-CF9D-4EB9-9A15-6C7E2C8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The agent that can explain why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ADDE8-9605-4F01-ACB3-CDE85F4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Evidence-first market consensus with Zetaris data access, Meterless H‑MEM context and tamper-evident receipts.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8259A-305D-4903-9DAD-33FD08E8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23162-9F23-4416-9196-25F9FD47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21 /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0D448-F540-4079-88D4-79D682F6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local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2B92F-D1E4-4D70-871E-7C71F66C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1CBFC-20CD-456F-8819-8D4487A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H‑MEM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949D0-6A77-4882-A62D-FE2FC774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196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integrated + traced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10B1F-F72A-4AD9-9464-64EDB3D4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C8E2E-3380-4C43-9FBC-188DEECA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FAIL CLOSED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07576-F5EE-45C5-BBC6-4FA4F0E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Zetaris live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336C0-4862-4269-B91E-FB558F2E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0"/>
            <a:ext cx="1714500" cy="4114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87D76-92F3-4AAB-9D71-89D3D2F7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54DF3-97E2-49B2-A861-556103A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1181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Every decision links back to data, retrieval trace and a SHA‑256 integrity chain.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2B228-DADE-4288-A838-C43988A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5BE3E-DFB6-48E1-A5B3-00E30BB4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E2255-256A-44B5-ABAC-E30B8B6F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2741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8EF8D-F659-41CD-978C-C5A2F1C6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99F63-7686-409D-9F9E-B6237BEE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A price is easy. A defensible decision is hard.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1B2FD-16D9-406A-93DE-84A1DF6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Risk teams need the reason, lineage and exclusion logic — not another opaque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26ED5-E0D7-44BA-A607-A562A77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90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4D446-137E-48F9-BAD0-D0CE4428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625BE-F27C-4661-88D9-B4A963D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Fragmented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FE41B-8CA4-4766-9066-72EED4EB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895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Venue data disagrees. Latency and thin liquidity can make a single feed misleading.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67B80-54C8-4FC2-B077-CBD650C2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390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7BD04-9E80-4E5B-8BD2-39FE521B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A257A-CDEB-43EE-AF5A-81B3491F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Opaque filtering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BC481-2E7E-4EB6-9C95-EBEF89EF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895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An outlier may be removed, but reviewers still need the exact threshold and source row.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EAED4-9A95-4EFF-9780-B8EBBF66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90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3299B-01DF-4880-83D5-C4DA4E5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D443A-EEFA-4933-85B7-D1E03458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Context decay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8D613-D603-4C73-BA8D-EBC34FB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2895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Without durable, provenance-bearing memory, the agent cannot explain what it knew or why.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D3A0C-1CD2-4146-9CED-49E0C18B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744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74D7E-422F-426E-A88B-05AC6C9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User → institutional risk manager / execution reviewer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C5ED6-AAC6-4391-8932-81E4A2C2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86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Decision → include, reject, route or 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91753-07D1-48A9-9ABF-03ECB15D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C2868-9BF0-4BDA-BF0A-97443BD4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7AA9E-8613-43C1-9FE3-0F076BA0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6888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4C4F7E-7384-49F4-A5FF-F3BCF2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B5510-E184-407D-8191-A289F26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One evidence chain, two sponsor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FD1F0-7703-4C21-82EC-F843679A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Every boundary emits a machine-readable receipt; missing live prerequisites stop the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59C09-13A4-4C12-A098-8DE8C9A3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C1D8A-3EBB-452E-8378-74F783A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991FA-1446-4BA2-A684-8B78BFB8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60C50-D2F2-40B1-8D5A-A1AB68F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Zetaris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527E3-A982-4179-A76A-6BBF407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governed SQL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20270-1372-4BBB-A682-6B74B3B4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25F54-9A3E-4C9F-BEFD-6456FE5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7FA54-4D50-4E03-AD51-F9650C5C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C65BA-AAE4-4C39-BCA5-AB0246F2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2FB5B-DD52-429D-ABE8-AB1A961C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VELQIRIS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BE39F-FAD1-490F-B141-AB82ACE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MAD + consensus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891B5-2104-402C-AD4F-C2A0689B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B1F10-3D07-4D9C-A6F0-23019A67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74842-F596-4B25-AA1D-3BAC408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BCF17-841F-445E-A5B6-FD09399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2CD49-682A-4E57-8E6E-B339906A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Meterless H‑MEM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A817C-2795-45DC-9926-AEE01E0C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capture + retrieve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591B9E-72A6-4EDF-84F2-90F4D643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21105-45DF-4C2B-BEAA-C5D7BCF9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67580-B276-4B35-9027-81765513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50B1E-ECA6-4F73-BBD0-30E8E4C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AB5BDA-0306-4C3D-90E4-AFF4D5EA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DB916-6569-4647-8984-3ABB00CB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grounded rationale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35A0A-02CC-4CE8-9DBB-354F1CA4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24063-F05F-493B-97D3-DBD4F58C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FF71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EAF668-E882-4BC8-973B-5A72F1D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85"/>
          </a:solidFill>
          <a:ln xmlns:a="http://schemas.openxmlformats.org/drawingml/2006/main" w="9525">
            <a:solidFill>
              <a:srgbClr val="FF718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6E2353-A058-42FF-812D-F6973744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8A45D5-102A-4662-9D5B-26AFF306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1BB030-B047-414C-BB7B-F473CE7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digest + ledger head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C7871-4118-40A6-A2DC-71DA408F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744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F101DB-4EAC-4BC7-B0A4-AF9FD0E1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2C4244-D747-4D2A-AFF8-46F6898D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RELEASE 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5CC5EE-FDD7-4AED-B3AF-0474E388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05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No credentials → no live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1ACAC1-0C3B-40E8-B4B3-567B555B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Fixtures run only with --dry-run and are labelled OFFLINE_SIMULATION in the evidence record.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C9589B-8E35-4B85-957B-E150E557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BAFBC9-4894-4EEB-B311-D774F55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346D7-EF2E-4E8B-B69B-CA19CF59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9704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560E2-8E3C-47AF-8140-B7B3C41C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DECISION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44991-E7D5-41BE-9C69-195AEF2D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Robust consensus, explicit rejection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02913-32E5-4C52-BCDC-6CD6C9A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The sample below is a deterministic offline fixture — useful for reproducibility, never presented as a live venue snapshot.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7CAC2-C6B0-4C2C-98BD-0DD15363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58F65-D687-4F4F-897E-ED6AB46C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OFFLINE SIMULATION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327DA-322E-4FEC-89E1-89E0907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114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E9864-6B74-47D7-AD4B-041DCEA1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$67,450.66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136D8-F3FE-4A0B-96EA-FF5A31CF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consensus VWAP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FF06E-FD1E-40C9-8B6B-CE53FB8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2114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59E31-C9FA-4BA8-9A58-50ACF374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0.09 bps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472F7-F88A-42A7-A0E9-A02A10D6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post-filter spread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5CF1F-684B-42DC-99D9-CF42AD3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114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6670E-5AEC-42EF-A893-987ACDE4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860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CALM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154A7-C265-4EBA-A270-FC3D291A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242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risk regime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6F05B-5EDA-4F43-BA07-131B5FA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8389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BD106-11DE-40A4-A1EC-831B8D1A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97B68-A6FA-464F-8E00-E114DB09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BINANCE · COINBASE · OKX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050BD-5081-41F2-AE89-65E8D9A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7185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1D05A-B8D4-4555-9DC7-E218F57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ANOMALY_DEX — deviation exceeded the 3× MAD ceiling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C65A3-627F-44C2-8DDB-432522C6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348615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F5799-1C4F-43EA-ACFA-4B848C4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Why MAD?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01A7B-4334-4ACA-96CE-A35FD072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32419-F8AF-4353-AC1C-BEF1151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Median anchors the center without trusting a single venue.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6B7B2-64AE-41C3-A769-7AF87A26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B2002-EDB7-4986-A1A0-A59B2485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243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Deviation threshold is computed, stored and inspectable.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EB5D53-1939-470C-96E5-77D77930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9AF21-EA06-4C76-80F4-C78E64E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Risk spread is calculated only after outlier rejection.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1BECB-4129-4CC9-8DF4-9F47A5F3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25329-838B-4A79-820F-CF64229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816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Every result is sealed with a SHA‑256 integrity digest.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BA7C66-4CDD-4077-8245-64481E9A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05C12-D04D-4A71-BFB8-EBF1EBDB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F0159E-3204-461B-AA3A-9EDAC851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1541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991E8-745E-45BC-AAE9-3BE8D08A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METERLESS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6ECED-504C-46D1-94DB-B7B16F0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H‑MEM turns a result into durable, auditable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4EBF3-418B-4733-A74A-E06F0469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The release implements the exact profile it uses — and names the services it does not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414D2-4E40-4C19-92D2-EC45509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27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7ED68-B7D4-4D6F-9FC5-8F9B9883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1887C-B4D0-4BBA-9E28-629CC40E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6A2F3-2D0A-4A53-AC26-B1F15D0D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Canonical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928FC-9EB2-4614-8E71-48866A0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source · confidence · entities · derivedFrom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FAA64-3C27-41AA-85F0-520A133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327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60C6A-977F-42AB-90DD-149E3CB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36FE7-697B-44E9-8C9C-EC072549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B5737-B56C-4327-8B4B-D3DC53BC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Hybrid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29A32-32AB-418C-A59F-FE9656D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keywords · tags · domain · layer · recency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46546-2FFC-4118-B33A-08D7BD1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66950"/>
            <a:ext cx="327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3A6D3-B06D-408D-8237-6EE65EE4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A3D82-D791-4562-94FE-66D8E373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FEEC4-3876-4824-83D9-1EDF5EFD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Trust ledger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456AF-7AE0-4732-ADA5-14075F0F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append-only · hash-chained · tamper-evident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0A0E4-B1FF-4D4A-AD5E-6F60E14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744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27CA5-FC2A-4E2D-9A3C-444177DD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EXECUTION RECEIPT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2EA91-115B-49B1-A945-09E4D32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1673B-B3A3-4D72-B0FA-EB26623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Meterless H-MEM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FC889-AEB8-48EA-B410-F3A6229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ledger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4F0CC-89A5-442D-B76A-B15D14A3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292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52815d12eeedc8e1f770…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D95E2-5674-4131-BD10-1B1B7E31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2C474-3428-4A8A-9EE9-FABA3BD8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5 H‑MEM + end-to-end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44F18-7715-4DF2-82CD-358E814E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Scope boundary: dreaming, sleep and conflict resolution are not claimed in this hackathon profile.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D8B79-4D4B-405F-B61F-3BE794C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70CB0-ACCF-4335-8BC6-BEB0FDF9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A88465-61AB-4FE6-8C04-F2B72442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5317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F90F0-5F9B-4455-BDF4-EB60B9D5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65F31-2890-4560-B4FC-FF341AF3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Claim boundaries are part of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F3DC8-B88B-4BA7-95A2-1105E54B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A strong submission distinguishes what is proven, what is simulated and what remains blocked.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4DFB9-8E4E-41AD-8F37-D40ED08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69F6D-C0E1-48FF-A000-6911FAE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Local test suite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7C44A-F498-426A-A33E-C0D6CA59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21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99288-83D2-4DF2-8C85-0004179B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CD367-060E-4862-B9A0-ECEEF497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050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3BBF8-4526-45A6-B09C-0C9C1544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41D9E-030B-4E81-8573-B165F24D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Meterless H‑MEM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77C5C-5E75-4837-BE86-14A2E34A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capture · retrieve · ledger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8A001-8D65-4ABA-9F24-31CAE3DE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14DA1-FD73-4FA5-AD87-25DF10CD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9A5EA-03B2-4054-B44C-28A496A4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6CF3A-692A-416B-8BAA-0C0F23D7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SHA‑256 evidence digest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CC835-06BC-495E-B9DB-1F05B8E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payload integrity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876C5-2CA2-441C-9533-D4BDB113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54E45-15E3-4D48-AEC9-8E1101D7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909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9C45B-B3DF-4557-A02F-CC88A1A3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EC101-A2AB-4D30-8242-14371C0F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Live Zetaris query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C34B5-FDD1-4838-9E23-BEA07D4E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credential + receipt required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A573F-7F9E-4A6E-9851-13733EF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958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BBBC5-6D93-45D5-A9FE-F82BEFF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339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55BE9-23D4-48C6-9776-D933371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49AF8-43F5-4DFE-BF28-92DA5C7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External model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71F4E-B0DE-43E2-940C-F532C8CA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57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optional adapter, no live 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46AB9-CF67-4ECD-9816-DA67754E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387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B0C5"/>
          </a:solidFill>
          <a:ln xmlns:a="http://schemas.openxmlformats.org/drawingml/2006/main" w="9525">
            <a:solidFill>
              <a:srgbClr val="9CB0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BA364B-7833-4AD8-85D8-351DBC51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768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CE2DE-EA51-4683-8DB2-F920289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88749-EE60-45F0-BEC7-2362E66C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E30F88-5A6C-4C8D-9305-CD244926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3385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9E44D-1EF7-4DF3-A989-4538F5F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12700-123B-4A3D-96CB-F35E5E32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Run the proof in two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31870-12CB-4F96-948E-A9D8F03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No hidden notebook, no silent fallback, no unverifiable integration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C9FA2-3074-4747-BDAE-A13B1BD2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8580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50B13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EFCAF-688B-47A2-8449-9C16D3E4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$ python3 tests/run_all_tests.py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46635-3235-4092-8F51-D9021335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21 tests · 0 failures · 0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37128-F09F-44A1-A270-7EB891FD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$ python3 agent/cli.py --dry-run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4D1C3-B267-49E0-A44B-91BC87A1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OFFLINE_SIMULATION + H‑MEM receipt + SHA‑256 digest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A8512-621A-4A43-A768-AA8FA25F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524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28F8D-1155-4D5D-A924-A78D6DA4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RELEASE CHECKLIST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84B61-A852-4D9D-86C4-8552F6A8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67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C4D8C-E1FC-49FC-A284-1AFB75BE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BF69"/>
                </a:solidFill>
                <a:latin typeface="Aptos"/>
                <a:ea typeface="Aptos"/>
                <a:cs typeface="Aptos"/>
              </a:rPr>
              <a:t>Public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AE94D-04E6-4694-AC34-3AE5F26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4CE4F-70E8-461D-A85F-95709C8C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BF69"/>
                </a:solidFill>
                <a:latin typeface="Aptos"/>
                <a:ea typeface="Aptos"/>
                <a:cs typeface="Aptos"/>
              </a:rPr>
              <a:t>1–4 minute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A1142-68A7-4E1D-BA8F-A466A6E3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FC8CD-AF2C-42A9-AB01-8BBC5F17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BF69"/>
                </a:solidFill>
                <a:latin typeface="Aptos"/>
                <a:ea typeface="Aptos"/>
                <a:cs typeface="Aptos"/>
              </a:rPr>
              <a:t>Live Zetaris receipt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F4B7C-0A5A-46D7-AE84-A10CBA97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44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613D9-45DA-4462-AE6F-A1FA8FD7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3907C-D2F6-4EFB-8330-4F38866C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github.com/genesiscode2026/velqiris-open-agent-2026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BC639-1689-48EA-B399-0D82E1F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19700"/>
            <a:ext cx="2209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9E2EF-057B-4846-9655-2145C414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578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PUBLICATION 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98A12-0509-46E2-B89A-27FFD042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8B89B-3731-4083-BE80-1B99DC1F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3F59A-AF24-4AE9-829C-C75917B2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2910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2026-10-25T18:06:28.5310000Z</dcterms:created>
  <dcterms:modified xsi:type="dcterms:W3CDTF">2026-10-25T18:06:28.5310000Z</dcterms:modified>
</coreProperties>
</file>