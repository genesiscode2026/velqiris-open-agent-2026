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84a2b478aa4f7f" /><Relationship Type="http://schemas.openxmlformats.org/officeDocument/2006/relationships/extended-properties" Target="/docProps/app.xml" Id="R89ad53ddbdc940c3" /><Relationship Type="http://schemas.openxmlformats.org/officeDocument/2006/relationships/officeDocument" Target="/ppt/presentation.xml" Id="Rc54da753c2404a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5c312ba1a14025"/>
  </p:sldMasterIdLst>
  <p:notesMasterIdLst>
    <p:notesMasterId xmlns:r="http://schemas.openxmlformats.org/officeDocument/2006/relationships" r:id="Rfd28896468ed4d8d"/>
  </p:notesMasterIdLst>
  <p:sldIdLst>
    <p:sldId xmlns:r="http://schemas.openxmlformats.org/officeDocument/2006/relationships" id="256" r:id="R00eb62395022414d"/>
    <p:sldId xmlns:r="http://schemas.openxmlformats.org/officeDocument/2006/relationships" id="257" r:id="R0fff158b7314433d"/>
    <p:sldId xmlns:r="http://schemas.openxmlformats.org/officeDocument/2006/relationships" id="258" r:id="R215a9555aa364d3e"/>
    <p:sldId xmlns:r="http://schemas.openxmlformats.org/officeDocument/2006/relationships" id="259" r:id="R0cfd369fa3d249d2"/>
    <p:sldId xmlns:r="http://schemas.openxmlformats.org/officeDocument/2006/relationships" id="260" r:id="Ra7faf77ef7734e00"/>
    <p:sldId xmlns:r="http://schemas.openxmlformats.org/officeDocument/2006/relationships" id="261" r:id="R9b6def28ee024039"/>
    <p:sldId xmlns:r="http://schemas.openxmlformats.org/officeDocument/2006/relationships" id="262" r:id="R745b7702b7a344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8e710ccf32420b" /><Relationship Type="http://schemas.openxmlformats.org/officeDocument/2006/relationships/slideMaster" Target="/ppt/slideMasters/slideMaster1.xml" Id="Rd65c312ba1a14025" /><Relationship Type="http://schemas.openxmlformats.org/officeDocument/2006/relationships/notesMaster" Target="/ppt/notesMasters/notesMaster1.xml" Id="Rfd28896468ed4d8d" /><Relationship Type="http://schemas.openxmlformats.org/officeDocument/2006/relationships/presProps" Target="/ppt/presProps.xml" Id="Race378bb685e41ad" /><Relationship Type="http://schemas.openxmlformats.org/officeDocument/2006/relationships/tableStyles" Target="/ppt/tableStyles.xml" Id="R038ff275026048b9" /><Relationship Type="http://schemas.openxmlformats.org/officeDocument/2006/relationships/slide" Target="/ppt/slides/slide1.xml" Id="R00eb62395022414d" /><Relationship Type="http://schemas.openxmlformats.org/officeDocument/2006/relationships/slide" Target="/ppt/slides/slide2.xml" Id="R0fff158b7314433d" /><Relationship Type="http://schemas.openxmlformats.org/officeDocument/2006/relationships/slide" Target="/ppt/slides/slide3.xml" Id="R215a9555aa364d3e" /><Relationship Type="http://schemas.openxmlformats.org/officeDocument/2006/relationships/slide" Target="/ppt/slides/slide4.xml" Id="R0cfd369fa3d249d2" /><Relationship Type="http://schemas.openxmlformats.org/officeDocument/2006/relationships/slide" Target="/ppt/slides/slide5.xml" Id="Ra7faf77ef7734e00" /><Relationship Type="http://schemas.openxmlformats.org/officeDocument/2006/relationships/slide" Target="/ppt/slides/slide6.xml" Id="R9b6def28ee024039" /><Relationship Type="http://schemas.openxmlformats.org/officeDocument/2006/relationships/slide" Target="/ppt/slides/slide7.xml" Id="R745b7702b7a344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46870c020649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49a613713249f1" /><Relationship Type="http://schemas.openxmlformats.org/officeDocument/2006/relationships/notesMaster" Target="/ppt/notesMasters/notesMaster1.xml" Id="R022f168d50de4a0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3822d048454b29" /><Relationship Type="http://schemas.openxmlformats.org/officeDocument/2006/relationships/notesMaster" Target="/ppt/notesMasters/notesMaster1.xml" Id="R9d217795a70c46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357d988b474897" /><Relationship Type="http://schemas.openxmlformats.org/officeDocument/2006/relationships/notesMaster" Target="/ppt/notesMasters/notesMaster1.xml" Id="R4bfe806d9fe542d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b7547f5c814714" /><Relationship Type="http://schemas.openxmlformats.org/officeDocument/2006/relationships/notesMaster" Target="/ppt/notesMasters/notesMaster1.xml" Id="R27ee43e441404e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afcad260154d8e" /><Relationship Type="http://schemas.openxmlformats.org/officeDocument/2006/relationships/notesMaster" Target="/ppt/notesMasters/notesMaster1.xml" Id="Rd80c8e0886bb4e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9763772a2246c3" /><Relationship Type="http://schemas.openxmlformats.org/officeDocument/2006/relationships/notesMaster" Target="/ppt/notesMasters/notesMaster1.xml" Id="R2c61dbc13e0441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31c6b7a33b4d59" /><Relationship Type="http://schemas.openxmlformats.org/officeDocument/2006/relationships/notesMaster" Target="/ppt/notesMasters/notesMaster1.xml" Id="Re405956d4e3947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is generated by the verified local release build on 25 October 2026.</a:t>
            </a:r>
          </a:p>
          <a:p xmlns:a="http://schemas.openxmlformats.org/drawingml/2006/main">
            <a:r>
              <a:t>Meterless H-MEM specification: https://github.com/Meterless/Meterless/tree/main/engines/hmem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Zetaris client setup: https://zetaris.github.io/getting-started/docs/connections/client-setup.html</a:t>
            </a:r>
          </a:p>
          <a:p xmlns:a="http://schemas.openxmlformats.org/drawingml/2006/main">
            <a:r>
              <a:t>Meterless H-MEM: https://github.com/Meterless/Meterless/tree/main/engines/hmem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Values are reproduced from evidence/zetaris-live-receipt.json. The four rows are deterministic synthetic inputs, not production feeds.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H-MEM architecture and contract: https://github.com/Meterless/Meterless/tree/main/engines/hmem</a:t>
            </a:r>
          </a:p>
          <a:p xmlns:a="http://schemas.openxmlformats.org/drawingml/2006/main">
            <a:r>
              <a:t>The receipt displayed is read from evidence/meterless-hmem-live-receipt.json and was generated from the live Zetaris-derived observation.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Verification source: VERIFICATION_STATUS.md and the machine-readable receipts produced on 25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Public repository verified: https://github.com/genesiscode2026/velqiris-open-agent-2026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66da104fe7483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cda8700e324da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52f2e9fe1849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0dc255aaa1406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5ffd192e47492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f17995aa934d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62CDA6-F9C6-4F1E-B2AF-13945BD24C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8B31A3F-B6FE-4CD4-8C01-F940F70351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D3EAC77-A809-4BBF-B8E3-F7775D1305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F5347A9-4993-4423-BD32-FD9F82BEFF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5CE0536-E248-4B8D-95BC-40B507B04F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74B0C08-144D-4FF5-A2E0-21D8F2639A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5066FE-875B-4972-8879-71F1627855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905D831-6FD3-4485-BF25-CEAA05A0C36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F83EC2-7D89-4068-BD86-BC8C66C924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764B9B6-66F4-4FDF-9E3B-2747A8CE23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4dcbce57d94089" /><Relationship Type="http://schemas.openxmlformats.org/officeDocument/2006/relationships/slideLayout" Target="/ppt/slideLayouts/slideLayout1.xml" Id="Reb4b38d43c5f49f7" /><Relationship Type="http://schemas.openxmlformats.org/officeDocument/2006/relationships/slideLayout" Target="/ppt/slideLayouts/slideLayout2.xml" Id="R826e39dab16a4b72" /><Relationship Type="http://schemas.openxmlformats.org/officeDocument/2006/relationships/slideLayout" Target="/ppt/slideLayouts/slideLayout3.xml" Id="Ra43b0126cd364420" /><Relationship Type="http://schemas.openxmlformats.org/officeDocument/2006/relationships/slideLayout" Target="/ppt/slideLayouts/slideLayout4.xml" Id="Rf14728e3eb574979" /><Relationship Type="http://schemas.openxmlformats.org/officeDocument/2006/relationships/slideLayout" Target="/ppt/slideLayouts/slideLayout5.xml" Id="R1280871a95e34744" /><Relationship Type="http://schemas.openxmlformats.org/officeDocument/2006/relationships/slideLayout" Target="/ppt/slideLayouts/slideLayout6.xml" Id="Rf5ee814ec6c34d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4b38d43c5f49f7"/>
    <p:sldLayoutId xmlns:r="http://schemas.openxmlformats.org/officeDocument/2006/relationships" id="2147483650" r:id="R826e39dab16a4b72"/>
    <p:sldLayoutId xmlns:r="http://schemas.openxmlformats.org/officeDocument/2006/relationships" id="2147483651" r:id="Ra43b0126cd364420"/>
    <p:sldLayoutId xmlns:r="http://schemas.openxmlformats.org/officeDocument/2006/relationships" id="2147483652" r:id="Rf14728e3eb574979"/>
    <p:sldLayoutId xmlns:r="http://schemas.openxmlformats.org/officeDocument/2006/relationships" id="2147483653" r:id="R1280871a95e34744"/>
    <p:sldLayoutId xmlns:r="http://schemas.openxmlformats.org/officeDocument/2006/relationships" id="2147483654" r:id="Rf5ee814ec6c34d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0956e17e4540bf" /><Relationship Type="http://schemas.openxmlformats.org/officeDocument/2006/relationships/notesSlide" Target="/ppt/notesSlides/notesSlide1.xml" Id="Ra9f5f2fa90254e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75183a338b4214" /><Relationship Type="http://schemas.openxmlformats.org/officeDocument/2006/relationships/notesSlide" Target="/ppt/notesSlides/notesSlide2.xml" Id="R2005876806734a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14ce2e1fa845d5" /><Relationship Type="http://schemas.openxmlformats.org/officeDocument/2006/relationships/notesSlide" Target="/ppt/notesSlides/notesSlide3.xml" Id="Rd3bcba3faa504d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c1f70ad9314726" /><Relationship Type="http://schemas.openxmlformats.org/officeDocument/2006/relationships/notesSlide" Target="/ppt/notesSlides/notesSlide4.xml" Id="Re9bf47f0c95c45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5c3fd931a34ffc" /><Relationship Type="http://schemas.openxmlformats.org/officeDocument/2006/relationships/notesSlide" Target="/ppt/notesSlides/notesSlide5.xml" Id="Rd6589e55b92946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f01f02b90b4670" /><Relationship Type="http://schemas.openxmlformats.org/officeDocument/2006/relationships/notesSlide" Target="/ppt/notesSlides/notesSlide6.xml" Id="R3efdef0af3c2417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4ff7d5a759470f" /><Relationship Type="http://schemas.openxmlformats.org/officeDocument/2006/relationships/notesSlide" Target="/ppt/notesSlides/notesSlide7.xml" Id="R6a173ecf3d6d4c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054F85-163A-4D43-844B-A487E0D9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381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BF716-0330-4555-8B1D-2FDDC0C0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TRACK 02 · EXPLAINABLE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150F10-D809-4837-A64F-72EE4431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7429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VELQIRIS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B0E733-5B95-4A8D-9B28-C3613C38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809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The agent that can explain why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44EE94-9566-441C-BDD8-0079EC91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809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Evidence-first market consensus with verified Zetaris execution and the official Meterless H‑MEM reference engine.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F1F3E-23E8-4EA8-AE8C-BBBCBC39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2571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9F72A5-50F0-42A6-AE6D-B50FA6F7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4340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57D49B"/>
                </a:solidFill>
                <a:latin typeface="Aptos"/>
                <a:ea typeface="Aptos"/>
                <a:cs typeface="Aptos"/>
              </a:rPr>
              <a:t>24 / 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44706C-240A-4FCE-BEE2-F57E97DA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Python tests passing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3186A8-622D-437F-8A90-A92E8FBD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95750"/>
            <a:ext cx="2571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1BB5E-E9F0-4FCC-82C8-8DB45F30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4340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13 / 13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CEBAF7-9F11-40BB-BA5C-1A713831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196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H‑MEM conformance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9E5FFE-56FC-4CAD-8078-DCF09768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95750"/>
            <a:ext cx="2571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E9408-3F9A-4A66-B593-0BACA121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4340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FBF69"/>
                </a:solidFill>
                <a:latin typeface="Aptos"/>
                <a:ea typeface="Aptos"/>
                <a:cs typeface="Aptos"/>
              </a:rPr>
              <a:t>9 / 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B6C52E-A2FF-4643-A2F7-9AD4E715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196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Zetaris verifier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DD986D-853B-4760-9E08-EAE971BB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238250"/>
            <a:ext cx="1714500" cy="41148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57D0D6-E994-4390-8DB4-D575CD79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600200"/>
            <a:ext cx="1181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WHY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3FB2B4-0E40-4CA1-A6B6-B9F7DD64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47900"/>
            <a:ext cx="1181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Every decision links back to live SQL rows, an explicit filter and a persistent memory trace.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0022CD-C7E2-4DE3-B8D5-0EC401FB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375E52-0497-4EE0-A323-A524A566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705D79-2171-43EE-B4E0-667CFAC11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294876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DD7624-EB51-4D29-9EF3-CAA97AB3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0F8B8-13AF-4FA5-8E47-CE06645B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A price is easy. A defensible decision is hard.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821FED-C802-459A-BF9D-E3CBC6EF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Risk teams need the reason, lineage and exclusion logic — not another opaque score.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9C991-4F7F-403C-A226-27866BAE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33909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000079-3CF9-4970-AC7B-55CE09EF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647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BB8D7-81F2-41A7-AD20-E5D722DE3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Fragmented signals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76796D-6BE3-4849-B706-502EF5FE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28956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Venue data disagrees. Latency and thin liquidity can make a single feed misleading.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C708DD-FA6E-4351-BC18-19D1D602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47900"/>
            <a:ext cx="33909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D79F37-33E5-4A4B-8C60-3CF008F9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57450"/>
            <a:ext cx="647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78C72-0D78-4473-B2DB-8CB07358F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289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Opaque filtering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B8CD3D-0310-47C3-8FD2-5B3D1B05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95700"/>
            <a:ext cx="28956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An outlier may be removed, but reviewers still need the exact threshold and source row.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2543A6-0F68-4BE3-98AB-4C09F197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33909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4AC54E-DBEE-49EB-A247-A812C560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57450"/>
            <a:ext cx="647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C49220-EA51-4159-BEFC-DCA7DA47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289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Context decay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1898F-5ECE-436F-A4B3-1DB18842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28956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Without durable, provenance-bearing memory, the agent cannot explain what it knew or why.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7FA5CD-F38E-488D-85FC-9564F7B1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744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F38540-8FE9-4CBE-9F74-864BAA8A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864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User → institutional risk manager / execution reviewer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BA24C1-8A46-4DF9-8C15-E31FE319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4864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Decision → include, reject, route or escalate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F468B8-6C22-4546-B3A8-3572E76C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EAAFE8-8AEC-4CF5-A65C-416F3AA8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7164EA-5F25-48A1-9CDF-5CC733DF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990327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FB58AD-CED7-4032-91BD-56D334C9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2E5739-D3A8-45E5-95DB-FA231AB5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One evidence chain, two verified sponsor layers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1C21D9-69B9-447D-91F4-43417B3B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Live SQL becomes an inspectable decision, retrievable memory and redaction-safe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DA811-C3FF-444B-B146-902E292B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1924050" cy="19621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2A0511-AC0F-4B9F-9AF9-C3D422F7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8CFF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833333-EDAF-42B9-85F8-3AECCCF41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948F8-3874-4C69-9FDD-E24688CCB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Zetaris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02DC6-0FB2-4A35-82C6-250307DD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governed SQL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39FC79-99BF-4107-9E50-15BB35CE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1813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98052-1500-450C-9328-FBA37460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76500"/>
            <a:ext cx="1924050" cy="19621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12C3B-360E-453F-B631-09C7E98E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47950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ACAE4F-FDE7-4A7B-8E4F-E0839277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860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AB6128-43FA-4978-B67F-970B18FC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813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VELQIRIS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21F9E-AC91-45BF-8393-6A451068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79095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MAD + consensus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5B93AE-918A-445B-B32D-780A9196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1813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9DD6F4-929F-44A7-BCB8-B6CA89DD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76500"/>
            <a:ext cx="1924050" cy="19621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E87390-88AA-460B-B32C-FB4E2449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47950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A7F9ED-58B2-4BBC-AEAE-2AB45681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860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D6A165-DEA3-4A54-9791-D8D92F44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813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Meterless H‑MEM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962117-CC76-4D91-8600-EE82F40B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79095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capture + retrieve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158164-5302-4240-88C6-12DBDE9E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813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D24300-8402-42CD-B72A-FB78CE10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76500"/>
            <a:ext cx="1924050" cy="19621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FFBF6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FA030C-5659-47F5-8E26-3F7E3C11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F69"/>
          </a:solidFill>
          <a:ln xmlns:a="http://schemas.openxmlformats.org/drawingml/2006/main" w="9525">
            <a:solidFill>
              <a:srgbClr val="FFBF6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AE70E7-CCDC-4525-8CDF-2771C36D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860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C00C3A-DFED-469F-8A8D-1E2FE1BB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813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Explanation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8F0524-7979-4F83-ADC5-DA72551F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9095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grounded rationale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5E23-8DD3-4B08-B983-0F39974E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7A95D9-B3CE-4818-BE53-B8EE304D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76500"/>
            <a:ext cx="1924050" cy="19621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FF718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4B1377-1237-4E2A-8A47-3298867A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47950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185"/>
          </a:solidFill>
          <a:ln xmlns:a="http://schemas.openxmlformats.org/drawingml/2006/main" w="9525">
            <a:solidFill>
              <a:srgbClr val="FF718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3DD4E4-171F-48DD-938D-1415CED4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860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34898A-30ED-42A6-9DB9-EBF11AC8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1813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E0644C-75E0-4EF5-B5C7-BA68DA95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79095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receipts + ledger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205D06-B9A6-41A7-B41F-AD1F153A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7442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A44EA2-2132-480F-B345-CA85EB6F5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1238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C6C5A0-F1C9-4453-A48A-D3BC09D5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VERIFIED LIVE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6785C5-9185-4E76-99FB-D5BE182B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054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Zetaris → VELQIRIS → Meterless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DC51D1-EB39-4A35-BA49-565572E1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4673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The market rows are declared synthetic inputs executed live in Zetaris; no production-feed claim is made.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250CE2-F2A9-4EE8-A325-1776E311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55E1D8-0D40-4BF4-B8C3-3C84186D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ADF446-AF9D-4A20-B241-29351345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367169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A32BAA-E8DE-494C-9B6E-3FEF851A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ZETARIS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C3E44-21C1-44C9-993A-88AC8111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Live SQL, robust consensus, explicit rejection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2B7D0-7C50-42AB-B21C-37221EB5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Four declared synthetic market rows were executed by the official local platform and returned to VELQIRIS.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C83BF7-5220-437F-9F7D-A9B5D9D4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8669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8C71F-CD8A-48E5-9E04-1B0C9F74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VERIFIED LIVE EXECUTION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17B24-C4AA-4BEC-98E8-7E01F77A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1145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5E454B-1CD0-485C-A7F6-CC5C4CDA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860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$67,450.66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5BBB55-FF1A-465D-A5C4-748F58B6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consensus VWAP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75B96E-7BB9-4EC2-A25D-EC9D81D5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76500"/>
            <a:ext cx="21145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5EF365-98D8-4835-9D51-B5F803F7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860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0.09 bps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3E678C-AED4-4108-8BA8-42F2F4DC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242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post-filter spread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1D601-5791-45A5-BBD2-4FF4AD46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21145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73D23E-CB85-4A2C-A321-DDA879DC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860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03E03A-A21F-45F0-B3DF-DD1C14ED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1242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risk regime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3CA8BA-6CC8-468E-B068-81B82B07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6838950" cy="1962150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F09E21-2AF3-4D69-BFE5-8D8717F9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7D49B"/>
                </a:solidFill>
                <a:latin typeface="Aptos"/>
                <a:ea typeface="Aptos"/>
                <a:cs typeface="Aptos"/>
              </a:rPr>
              <a:t>Included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981258-1683-4C87-88AB-CDF06686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BINANCE · COINBASE · OKX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D0F904-2FDE-4B62-A785-6EA82288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7185"/>
                </a:solidFill>
                <a:latin typeface="Aptos"/>
                <a:ea typeface="Aptos"/>
                <a:cs typeface="Aptos"/>
              </a:rPr>
              <a:t>Rejected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34B0A2-CF60-40C1-9EF3-F4580176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609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8FC"/>
                </a:solidFill>
                <a:latin typeface="Aptos"/>
                <a:ea typeface="Aptos"/>
                <a:cs typeface="Aptos"/>
              </a:rPr>
              <a:t>ANOMALY_DEX — deviation exceeded the 3× MAD ceiling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B12122-1F04-47FD-AE49-03B1F12B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476500"/>
            <a:ext cx="3486150" cy="32766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5A2E5E-9E9A-46B2-88B1-ACF494A6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24150"/>
            <a:ext cx="3028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Why MAD?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40379A-F9A2-4DB4-97F6-90DD1438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623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96C8EF-5A88-498B-B17F-62F65963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9565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8FC"/>
                </a:solidFill>
                <a:latin typeface="Aptos"/>
                <a:ea typeface="Aptos"/>
                <a:cs typeface="Aptos"/>
              </a:rPr>
              <a:t>Median anchors the center without trusting a single venue.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A3C444-D777-43F6-A463-B1AD1FD1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909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FC5CDE-6C43-4C24-90E9-2AE25A0E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243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8FC"/>
                </a:solidFill>
                <a:latin typeface="Aptos"/>
                <a:ea typeface="Aptos"/>
                <a:cs typeface="Aptos"/>
              </a:rPr>
              <a:t>Deviation threshold is computed, stored and inspectable.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7A9806-065C-4618-AB2D-45233EAB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196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878BB4-210D-46DD-A2F5-17CD1147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5295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8FC"/>
                </a:solidFill>
                <a:latin typeface="Aptos"/>
                <a:ea typeface="Aptos"/>
                <a:cs typeface="Aptos"/>
              </a:rPr>
              <a:t>Risk spread is calculated only after outlier rejection.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0FD496-4E19-4F9D-92BD-45769CBC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482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01A4E3-3CC9-4CBF-B5DF-317899B2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816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8FC"/>
                </a:solidFill>
                <a:latin typeface="Aptos"/>
                <a:ea typeface="Aptos"/>
                <a:cs typeface="Aptos"/>
              </a:rPr>
              <a:t>SHA‑256 is an integrity digest, not a digital signature.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FF2A3A-37CD-4BFF-89CD-3FF812FC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6CF825-8D64-477D-9B37-725E4C18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AA3780-C883-44D0-AE94-407C124B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693257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96E35C-2433-44BE-8261-33C2FEEF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METERLESS INTEGRATION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B4357-10E8-43A0-A4CA-08A3E48E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Official H‑MEM reference: store, retrieve, audit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1330E2-E557-45DF-82D3-6F3700DA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The upstream implementation and conformance vectors are vendored with commit provenance and Apache-2.0 licensing.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49DD3D-BF24-427C-B9BF-DDAEB2E2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27660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EAC8E-C771-4CD5-BA35-A6226E68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8CFF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C6534E-FF3A-4C0D-96A7-CCAD550C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95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AB1EB1-ED99-4BAA-A538-F5AC5831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Canonical record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28F923-53FD-4041-B9C6-23966746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source · confidence · entities · derivedFrom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DD4289-BE79-4BB0-BD8C-6067323D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66950"/>
            <a:ext cx="327660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EC46C-7A28-4671-A623-00AC4B21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574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A19C4-3EDD-4759-97E6-4CEA1DB1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95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RETRIEVE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3908A7-A834-46B1-BF61-E8988F65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908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Hybrid ranking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E88FAE-AC5E-4846-97E2-4712E03F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861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keywords · tags · domain · layer · recency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FD5968-8B03-4B5C-8EB4-80F01F2C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266950"/>
            <a:ext cx="327660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BAFBE3-D4A3-4AD5-A5D0-15A5E261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7DC516-0F7E-49AD-8B6E-F07A7398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95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D6A904-5C48-43A5-8F01-3B05558D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908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Trust ledger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06E238-EF5A-4158-8521-B4DA417A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861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append-only · persistent · inspectable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07F078-5A66-4E1E-9181-6EA022CB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7442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3D72C2-FF28-4DB8-B4C3-041B75EC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EXECUTION RECEIPT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70B82A-96FE-447D-9A62-82B959DA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engine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39BA12-4A49-4BC7-AAAB-23EFA1BA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292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official H‑MEM reference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9B6A7B-8672-48BE-A5EC-E2A2D99E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482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ledger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BAE812-1FE6-43F5-8346-6AEAD05F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0292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588971f2a06fb9efb260…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F62B05-47E2-4412-A805-63213AEE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482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6F19B2-A2F1-42E1-A043-3D8C00C0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0292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7D49B"/>
                </a:solidFill>
                <a:latin typeface="Aptos"/>
                <a:ea typeface="Aptos"/>
                <a:cs typeface="Aptos"/>
              </a:rPr>
              <a:t>13 / 13 conformance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63EC1-B44D-401D-A7A8-7E067683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Runtime receipt: 2 memories stored · 2 retrieved · 4 append-only ledger events.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BD61BB-817F-4E03-A59E-5E6E3C46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8A38E1-3EB6-47CB-8970-C58BF5B5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84B936-2EA0-4C2E-B005-65A72287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945351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809F8F-B838-494B-9E09-D3E7A35B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F047E4-C138-440A-9936-9283CAECB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Every public claim has a repository receipt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78D81B-3573-45DA-9CC7-B043F957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The release distinguishes live execution, declared synthetic inputs and capabilities that are not claimed.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8DC326-4633-42B1-8FD4-7B8475B5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744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DD682-D0EC-4D5A-AAD5-C19221D2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Official Zetaris verifier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C810A-9163-4E56-8675-C6CE7956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860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UI · API · driver · Spark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46AF5-E5C4-47E0-ADD5-DB1FCBDD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89427-503E-4656-9CA8-F5D4AC2B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0505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9 / 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AD4385-54BC-412A-A0FF-A2ED5186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744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477A2-EA31-4175-97BE-0D357CA5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Live Zetaris scenario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C5B1C7-8CE7-4297-89E5-1F67970D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28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4 rows + fresh request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76BC40-DF8F-4C49-BE26-37E3F2F5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0990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BC791F-2CF2-4946-B2ED-F82CFA18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VERIFIED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FD47AD-BBF7-4C36-9371-7C8B44BE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744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9B038A-DAF8-484A-8535-20C5D930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Official Meterless conformance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48689-4FB6-4021-A1A7-9D7EA3E1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71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reference engine + vectors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44CA17-8CFE-4088-A345-1F4C532F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5285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D26AF1-D7AE-4754-B1EE-BBAAA6F4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9095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13 / 13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3A61C1-9C7F-45BE-B61C-E7AB5B42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0744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25D0BE-7E1E-41D3-B6E4-D3C02D24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148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Python project suite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7F13D2-5835-45A9-ABEC-2DF8AAFC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148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unit + integration behavior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190432-6ABD-450A-9DC3-333EC791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9580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C045C6-F8F0-45F9-A088-60770738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3390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24 / 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C04986-5DAC-4764-964C-73476AB9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10744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8DA10C-93C5-4120-80FC-633B77EF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Production feeds / external model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83FC1E-0A43-4D54-BA1E-4FCEADE5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578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outside this verified release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55153B-B7B3-46DF-876F-A3446DF31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3875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B0C5"/>
          </a:solidFill>
          <a:ln xmlns:a="http://schemas.openxmlformats.org/drawingml/2006/main" w="9525">
            <a:solidFill>
              <a:srgbClr val="9CB0C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7A2E8E-A980-4CB3-AD08-47FD46E4F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7685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NOT CLAIMED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41B085-4DFB-4FCF-A53A-718B5447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DBDC37-B9F9-4F11-91CF-0C18A6BA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2CD7A3-9C6A-4672-9747-FA82EF51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124584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D96CBE-7839-48B6-B67F-70E8E6A9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RELEASE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E0D940-9102-4DF2-8705-331F8251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Inspect the proof, not a promise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6D00EC-83C8-4FFB-A822-6A8F0B20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Source, receipts, tests, deck and demo are published together in the event-specific repository.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E82C54-918E-4089-8DC9-3A757D2A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68580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050B13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66237-893F-4BF2-9CBC-A3383126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7D49B"/>
                </a:solidFill>
                <a:latin typeface="Aptos"/>
                <a:ea typeface="Aptos"/>
                <a:cs typeface="Aptos"/>
              </a:rPr>
              <a:t>$ python3 tests/run_all_tests.py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609C8-572E-44D2-A689-FC935858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24 tests · 0 failures · 0 errors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2E0722-00DA-4629-963D-A811CECC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90900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$ jq . evidence/*.json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016BC-302C-4E8E-9E21-C0A23142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Zetaris 9/9 · Meterless 13/13 · redaction-safe receipts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DD5B22-EFE0-477B-A551-1B1D429E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95500"/>
            <a:ext cx="35242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B29411-F23E-4AC3-999A-24517088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43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RELEASE CHECKLIST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520C9-4B9A-41C1-AD77-B071D1B0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670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2928D8-2656-44FD-B843-6F3BA0F2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00350"/>
            <a:ext cx="264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7D49B"/>
                </a:solidFill>
                <a:latin typeface="Aptos"/>
                <a:ea typeface="Aptos"/>
                <a:cs typeface="Aptos"/>
              </a:rPr>
              <a:t>Public repository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3F454C-DD27-415A-A2C3-52D4357E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242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C133E1-92EC-4FFF-A757-40B676EA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57550"/>
            <a:ext cx="264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7D49B"/>
                </a:solidFill>
                <a:latin typeface="Aptos"/>
                <a:ea typeface="Aptos"/>
                <a:cs typeface="Aptos"/>
              </a:rPr>
              <a:t>1–4 minute demo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A6BD1B-0784-4523-812F-1515504C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814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6853C-3314-414A-8233-0C5CE2E3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714750"/>
            <a:ext cx="264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7D49B"/>
                </a:solidFill>
                <a:latin typeface="Aptos"/>
                <a:ea typeface="Aptos"/>
                <a:cs typeface="Aptos"/>
              </a:rPr>
              <a:t>Live sponsor receipts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94BF8D-4F80-49BA-B3F8-F364E13A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7442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62AA19-B389-44F0-AD96-63E202BA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72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C49BF9-C5B8-4BBB-9445-E117D34C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149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github.com/genesiscode2026/velqiris-open-agent-2026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32A2CB-28A0-47DF-A93A-C0A342EBD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19700"/>
            <a:ext cx="22098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9DC702-EC45-41E8-B388-9F22486D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578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PUBLIC &amp; VERIFIED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149A48-A7F4-4DE0-85F4-A6CA75B9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149B51-031C-4832-A8B9-CA5DEA82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6071C5-9C41-4745-8EBE-9B0555B5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964613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2026-10-25T18:42:27.3210000Z</dcterms:created>
  <dcterms:modified xsi:type="dcterms:W3CDTF">2026-10-25T18:42:27.3210000Z</dcterms:modified>
</coreProperties>
</file>